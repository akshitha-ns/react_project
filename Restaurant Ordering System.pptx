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e055e948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e055e948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e055e948e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e055e948e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e055e948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e055e948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e055e948e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e055e948e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e055e948e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e055e948e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e055e948e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e055e948e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e055e948e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e055e948e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e055e948e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e055e948e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e055e948e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e055e948e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055e948e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e055e948e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e055e948e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e055e948e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3300" y="1604400"/>
            <a:ext cx="8520600" cy="19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Restaurant Ordering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129050" y="413650"/>
            <a:ext cx="764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Overview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658625" y="1458375"/>
            <a:ext cx="8173800" cy="31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a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web-based restaurant ordering system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Built using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React (Frontend Library)</a:t>
            </a: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Vite (Build Tool)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Allows users to: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❖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Browse food menu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❖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 items to cart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❖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Generate bill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❖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Navigate through multiple pages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076700" y="445025"/>
            <a:ext cx="772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Objective</a:t>
            </a:r>
            <a:endParaRPr b="1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24075" y="1559450"/>
            <a:ext cx="81072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create a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simple and user-friendly food ordering system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understand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React concepts and routing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implement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real-world UI components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simulate an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online restaurant experience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1025975" y="445025"/>
            <a:ext cx="78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Technologies Used</a:t>
            </a:r>
            <a:endParaRPr b="1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1450025" y="1600525"/>
            <a:ext cx="5759100" cy="24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React Js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Vite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JavaScript 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HTML &amp; CSS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React Router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135400" y="445025"/>
            <a:ext cx="769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Features of the Project</a:t>
            </a:r>
            <a:endParaRPr b="1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595900" y="1630875"/>
            <a:ext cx="8236500" cy="29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Login &amp; Registration System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View Food Menu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 to Cart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Generate Bill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Responsive UI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Navigation using Router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1135400" y="445025"/>
            <a:ext cx="769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System Modules</a:t>
            </a:r>
            <a:endParaRPr b="1"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1380000" y="1317225"/>
            <a:ext cx="8157900" cy="31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❖"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Authentication Module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➢"/>
            </a:pPr>
            <a:r>
              <a:rPr lang="en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Login / Register functionality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❖"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Menu Module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➢"/>
            </a:pPr>
            <a:r>
              <a:rPr lang="en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Displays food items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➢"/>
            </a:pPr>
            <a:r>
              <a:rPr lang="en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Categories like pizza, burgers, etc.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❖"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Cart Module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➢"/>
            </a:pPr>
            <a:r>
              <a:rPr lang="en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Add/remove items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➢"/>
            </a:pPr>
            <a:r>
              <a:rPr lang="en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Quantity management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❖"/>
            </a:pP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Billing Module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➢"/>
            </a:pPr>
            <a:r>
              <a:rPr lang="en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Calculates total price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➢"/>
            </a:pPr>
            <a:r>
              <a:rPr lang="en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Generates bill 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1190125" y="445025"/>
            <a:ext cx="764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Pages in the Application</a:t>
            </a:r>
            <a:endParaRPr b="1"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1097700" y="1536775"/>
            <a:ext cx="7734600" cy="30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Home Page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About Page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Menu Page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Cart / Bill Page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Contact Page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Login/Register Page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1142750" y="429325"/>
            <a:ext cx="753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It Works</a:t>
            </a:r>
            <a:endParaRPr b="1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1048725" y="1756325"/>
            <a:ext cx="8520600" cy="29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AutoNum type="arabicPeriod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User logs into the system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AutoNum type="arabicPeriod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Browses food menu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AutoNum type="arabicPeriod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Selects items and adds to cart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AutoNum type="arabicPeriod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Views cart items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AutoNum type="arabicPeriod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Generates final bill 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1108050" y="445025"/>
            <a:ext cx="772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Architecture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794425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Frontend built with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React components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Routing handled using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React Router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stored using: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Local state / localStorage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Built and bundled using </a:t>
            </a:r>
            <a:r>
              <a:rPr b="1"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Vite</a:t>
            </a:r>
            <a:endParaRPr b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162750" y="445025"/>
            <a:ext cx="766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737200" y="1591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Fast performance using Vite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Simple and clean UI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Easy navigation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Beginner-friendly project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Modular and reusable components 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1158775" y="413650"/>
            <a:ext cx="764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466575" y="1528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project successfully demonstrates a web-based restaurant ordering system using React and Vite.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applies core concepts such as component-based design, routing, and state management.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❏"/>
            </a:pPr>
            <a:r>
              <a:rPr lang="en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system provides a basic simulation of an online food ordering process.</a:t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820775"/>
            <a:ext cx="8520600" cy="35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dk1"/>
                </a:solidFill>
              </a:rPr>
              <a:t>Thank you</a:t>
            </a:r>
            <a:endParaRPr sz="5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